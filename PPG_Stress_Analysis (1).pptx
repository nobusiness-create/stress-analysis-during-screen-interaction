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17B8C0"/>
          </a:solidFill>
          <a:ln w="12700">
            <a:solidFill>
              <a:srgbClr val="17B8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A7B83">
              <a:alpha val="15000"/>
            </a:srgbClr>
          </a:solidFill>
          <a:ln w="12700">
            <a:solidFill>
              <a:srgbClr val="17B8C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926080"/>
            <a:ext cx="2286000" cy="2286000"/>
          </a:xfrm>
          <a:prstGeom prst="ellipse">
            <a:avLst/>
          </a:prstGeom>
          <a:solidFill>
            <a:srgbClr val="17B8C0">
              <a:alpha val="20000"/>
            </a:srgbClr>
          </a:solidFill>
          <a:ln w="12700">
            <a:solidFill>
              <a:srgbClr val="17B8C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14400"/>
            <a:ext cx="2560320" cy="292608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BIOMEDICAL SIGNAL PROCESSING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Stress Analysis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PPG Signals During Screen Interaction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4114800" cy="36576"/>
          </a:xfrm>
          <a:prstGeom prst="rect">
            <a:avLst/>
          </a:prstGeom>
          <a:solidFill>
            <a:srgbClr val="17B8C0"/>
          </a:solidFill>
          <a:ln w="12700">
            <a:solidFill>
              <a:srgbClr val="17B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cardiovascular stress indicators through HRV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prolonged digital device exposure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Biomedical Engineering  |  Undergraduate Project  |  2025-26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has increased dramatically worldwide.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digital device usage may cause: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stress levels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fatigue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nervous system imbalance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 rely on self-reports which are subjective. Physiological signals provide objective measurement.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PPG signals to objectively measure stress.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 types combined: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PPG (Photoplethysmography)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Behavioral: Screen interaction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extracted: Heart Rate Variability (HRV)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if screen exposure changes cardiovascular stress indicators.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Medical Signal: PPG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Photoplethysmography (PPG)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blood volume changes using light reflection from skin.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(recommended)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Sensor (simpler option)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waveform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intervals (for HRV)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Behavioral Signal: Screen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Interaction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external stimulus/condition applied during experiments.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Metrics: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5420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screen usage duration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brightness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interaction period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5021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screen time change heart rate?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HRV decrease with longer usage?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brightness influence stress?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Block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80160"/>
            <a:ext cx="109728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(Stimulus)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1280160"/>
            <a:ext cx="1097280" cy="82296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90472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Sensor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(MAX30102)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87752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280160"/>
            <a:ext cx="1097280" cy="82296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52344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9624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14216" y="1280160"/>
            <a:ext cx="1097280" cy="82296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14216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11496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6088" y="1280160"/>
            <a:ext cx="1097280" cy="82296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76088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73368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280160"/>
            <a:ext cx="1097280" cy="82296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35240" y="1691640"/>
            <a:ext cx="164592" cy="0"/>
          </a:xfrm>
          <a:prstGeom prst="line">
            <a:avLst/>
          </a:prstGeom>
          <a:noFill/>
          <a:ln w="25400">
            <a:solidFill>
              <a:srgbClr val="0A7B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9832" y="1280160"/>
            <a:ext cx="10972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9832" y="1280160"/>
            <a:ext cx="10972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External Condition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90472" y="21945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B83"/>
                </a:solidFill>
              </a:rPr>
              <a:t>Hardware Layer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76088" y="2194560"/>
            <a:ext cx="3785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FA8"/>
                </a:solidFill>
              </a:rPr>
              <a:t>Software Processing Layer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2004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MAX30102 or Pulse Sensor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Microcontroller: ESP32 (recommended) or Arduino UNO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for signal processing &amp; visualization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30632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320040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— excellent for signal processing &amp; plotting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NumPy, SciPy, Matplotlib libraries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equally suitable for this project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600200" cy="4572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PPG signal at 50-100 Hz sampling rate via ESP32/Arduino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92808" y="2560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B83"/>
                </a:solidFill>
              </a:rPr>
              <a:t>-&gt;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05840"/>
            <a:ext cx="1600200" cy="45720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2011680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low-pass filter removes motion artifacts, noise, baseline drift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0168" y="2560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B83"/>
                </a:solidFill>
              </a:rPr>
              <a:t>-&gt;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05840"/>
            <a:ext cx="16002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2219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0" y="2011680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heartbeat peaks using findpeaks (MATLAB) or scipy.find_peaks (Python)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67528" y="2560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B83"/>
                </a:solidFill>
              </a:rPr>
              <a:t>-&gt;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00584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005840"/>
            <a:ext cx="1600200" cy="457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5955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Interval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77840" y="2011680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time difference between consecutive detected heartbeat peaks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04888" y="2560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7B83"/>
                </a:solidFill>
              </a:rPr>
              <a:t>-&gt;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100584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05840"/>
            <a:ext cx="1600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005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96912" y="150876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0" y="2011680"/>
            <a:ext cx="1417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Mean RR, SDNN (overall variability), RMSSD (stress metric)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Higher HRV = Relaxed State  |  Lower HRV = Stress or Fatigue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664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8653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219456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is relaxed with no screen interaction. PPG recorded to establish baseline HRV values.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005840"/>
            <a:ext cx="2011680" cy="54864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 Exposure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1664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32888" y="18653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219456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interacts with a screen for 5 minutes. PPG recorded during interaction period.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05840"/>
            <a:ext cx="20116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Prolonged Exposure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1664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27448" y="18653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minutes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7448" y="219456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screen interaction for 20-30 minutes. PPG recorded throughout entire session.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0058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005840"/>
            <a:ext cx="201168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005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Optional: Brightness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22008" y="16642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22008" y="18653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22008" y="219456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low vs high screen brightness effect on HRV and physiological stress response.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HRV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(No screen)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Exposure (~5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elevated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Exposure (20-30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999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Expected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3337560"/>
            <a:ext cx="292608" cy="292608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33558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screen interaction reduces HRV — indicating higher physiological stress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3813048"/>
            <a:ext cx="292608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38313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heart rate observed after extended screen use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4288536"/>
            <a:ext cx="292608" cy="292608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43068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variability in heartbeat intervals with longer exposure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Signal / Data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sensor (MAX30102) connected to ESP32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streamed to computer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50-100 Hz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743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627632"/>
            <a:ext cx="246888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HRV: Mean RR, SDNN, RMSSD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vs screen exposure conditions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filter for noise removal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05840"/>
            <a:ext cx="2743200" cy="50292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Additional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1627632"/>
            <a:ext cx="246888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variation experiment (low vs high)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real-time PPG visualization demo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plots across all conditions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6451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&amp; signal acquisition 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code (MATLAB or Python)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data, analysis results &amp; live demonstration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E8EC"/>
                </a:solidFill>
              </a:rPr>
              <a:t>Physiological Stress Analysis Using PPG Signals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4572000" cy="45720"/>
          </a:xfrm>
          <a:prstGeom prst="rect">
            <a:avLst/>
          </a:prstGeom>
          <a:solidFill>
            <a:srgbClr val="17B8C0"/>
          </a:solidFill>
          <a:ln w="12700">
            <a:solidFill>
              <a:srgbClr val="17B8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0698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(6908199) — PPG-based heart rate monitoring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(10605974) — HRV analysis in stress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(4353036) — Digital filtering of biomedical signals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529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(7032208) — Wearable sensors for physiological monitoring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4472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(9844174) — Screen exposure and autonomic response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256032" cy="256032"/>
          </a:xfrm>
          <a:prstGeom prst="ellipse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0416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(4671121) — Photoplethysmography signal processing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4160520"/>
            <a:ext cx="3474720" cy="731520"/>
          </a:xfrm>
          <a:prstGeom prst="rect">
            <a:avLst/>
          </a:prstGeom>
          <a:solidFill>
            <a:srgbClr val="0A7B83"/>
          </a:solidFill>
          <a:ln w="12700">
            <a:solidFill>
              <a:srgbClr val="0A7B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160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Physiological Stress Analysis Using PPG Signals</dc:title>
  <dc:subject>PptxGenJS Presentation</dc:subject>
  <dc:creator>PptxGenJS</dc:creator>
  <cp:lastModifiedBy>PptxGenJS</cp:lastModifiedBy>
  <cp:revision>1</cp:revision>
  <dcterms:created xsi:type="dcterms:W3CDTF">2026-03-15T19:16:49Z</dcterms:created>
  <dcterms:modified xsi:type="dcterms:W3CDTF">2026-03-15T19:16:49Z</dcterms:modified>
</cp:coreProperties>
</file>